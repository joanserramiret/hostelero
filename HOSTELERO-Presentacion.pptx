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640080"/>
            <a:ext cx="1463040" cy="14630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512064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" y="5486400"/>
            <a:ext cx="1280160" cy="128016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41248"/>
            <a:ext cx="868680" cy="8686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7456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5705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7456" y="1234868"/>
            <a:ext cx="359687" cy="8143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06604" y="1027878"/>
            <a:ext cx="135731" cy="135731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960120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978408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960120"/>
            <a:ext cx="175564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978408"/>
            <a:ext cx="17556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TPV DE HOSTELERÍA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574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FFFFF"/>
                </a:solidFill>
                <a:latin typeface="Calibri"/>
              </a:rPr>
              <a:t>HOSTELERO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5EEAD4"/>
                </a:solidFill>
                <a:latin typeface="Calibri"/>
              </a:rPr>
              <a:t>El primer TPV con IA dentro: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se piensa a sí mismo y optimiza tu negocio solo.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EEAD4"/>
                </a:solidFill>
                <a:latin typeface="Calibri"/>
              </a:rPr>
              <a:t>TPV · Comandera · Cocina · Administración · Carta digital · Copiloto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27432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EL 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No es un TPV. Es un TPV que </a:t>
            </a:r>
            <a:r>
              <a:rPr sz="4000" b="1" i="0">
                <a:solidFill>
                  <a:srgbClr val="5EEAD4"/>
                </a:solidFill>
                <a:latin typeface="Calibri"/>
              </a:rPr>
              <a:t>se piensa a sí mismo.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3584448" cy="2788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La IA es el núcleo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Claude vive en la raíz de HOSTELERO, no es un añadido. El TPV es el sistema nervioso; la IA, la cabeza.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971800"/>
            <a:ext cx="3584448" cy="2788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3200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Tú apruebas, él ejecuta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79476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Cada propuesta se aprueba antes de aplicarse. La IA sugiere y actúa; tú mandas. Confianza primero.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2971800"/>
            <a:ext cx="3584448" cy="2788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3200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Crece contigo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379476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Lee ventas, escandallo, reservas y personal en tiempo real. Cuanto más lo usas, mejor te conoce.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 TPV completo que no depende de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dependencia de internet — si cae la línea, el local sigue cobrando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aplicaciones coordinadas en tiempo real en todos los dispositivos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6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escalable y adaptable al 100% de cada negocio, sin tocar el código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908792" cy="219456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245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Pensado a partir de la referencia del sector y reinventado con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54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Multipuesto por red local (cada app en su puerto), sin servidores externos ni cuotas de nube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Datos centralizados en tiempo real: una sola fuente para TPV, cocina, sala y administración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El Copiloto IA convierte esos datos en decisiones: precios, stock, tarifas, turnos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Cuatro aplicaciones, un mismo cerebro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822960" cy="8229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TPV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Terminal de venta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Plano, comanda, cobro (efectivo, tarjeta, mixto, dividir), tickets y facturas.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2212848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Tablet y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en sala con el mismo plano y carta; a cocina al instante.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212848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KDS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Monitor de 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por zonas; preparando/listo y aviso al camarero.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0" y="2212848"/>
            <a:ext cx="822960" cy="8229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Administración +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Carta, tarifas, reservas… y el Copiloto que optimiza todo.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INTELIGENCIA DENTRO DEL 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El Copiloto que optimiza tu negocio solo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" y="2002536"/>
            <a:ext cx="749808" cy="31089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020824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Sube Entrecot a 20,00 €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Food cost 42% (alto). A 20 € baja al 38% y el margen sube al 62%. Rota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4069080"/>
            <a:ext cx="3108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A34A"/>
                </a:solidFill>
                <a:latin typeface="Calibri"/>
              </a:rPr>
              <a:t>+2,00 € por unidad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Aplicar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2002536"/>
            <a:ext cx="84124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020824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DEMANDA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Día fuerte: activa Happy Hour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12 cubiertos reservados hoy, pico a las 21:00. Activa la tarifa de hora punta.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4069080"/>
            <a:ext cx="3108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54F0B"/>
                </a:solidFill>
                <a:latin typeface="Calibri"/>
              </a:rPr>
              <a:t>+ ingreso por cubierto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3712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Activar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2002536"/>
            <a:ext cx="11155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020824"/>
            <a:ext cx="11155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ESCANDALLO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Completa el coste de Croquetas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Sin coste no puedo optimizar su margen. Defínelo y entra en la mejora automática.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069080"/>
            <a:ext cx="3108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Desbloquea optimización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Abrir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6636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3035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Informes que no solo describen: </a:t>
            </a:r>
            <a:r>
              <a:rPr sz="1600" b="0" i="0">
                <a:solidFill>
                  <a:srgbClr val="5EEAD4"/>
                </a:solidFill>
                <a:latin typeface="Calibri"/>
              </a:rPr>
              <a:t>proponen y ejecutan. Tú apruebas con un clic, el Copiloto aplica el cambio.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IA PARA TODO EL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 Copiloto para cada puesto, según permisos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20824"/>
            <a:ext cx="175564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17556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ADMIN / ENCARGADO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Optimización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Precios y márgenes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Tarifas por demanda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Escandallo y compras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20824"/>
            <a:ext cx="9326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3911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CAMARERO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Más venta en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Sugerencias de upselling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86 en vivo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Qué ofrecer hoy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20824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3911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Anticipa el servicio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Previsión de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Stock y mise en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Picos del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EL BUCLE QUE NO PARA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Analiza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79776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Propone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9472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Tú apruebas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9168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Ejecuta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7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3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3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Aprende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EN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Sala y servicio, como en la vida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65836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Plano editable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Mesas con forma y plazas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Salas con color y suelo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Barra, billar, plantas, sofá, aseos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Arrastrar y colocar a tu gusto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84124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Servicio por 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Orden de platos 123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Comensales por mesa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cocina en tiempo real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Ocupadas y libres de un vistazo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COBRO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Cobro 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Efectivo, tarjeta y mixto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Dividir cuenta y propinas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e invitaciones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y factura fiscales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CARTA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Productos configurables al detalle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7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Ficha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4 nombres y 3 precios (principal, añadido, suplemento)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8616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Botón Copiar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Crea un producto a partir de otro en segundos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9327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Modificadores y menús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Extras, menú del día y combinados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7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Producto por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Pregunta el peso y cobra €/kg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7720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28616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Disponibilidad (86)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Agotar/reactivar en tiempo real desde cualquier app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39327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Comentarios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Por familia y globales: sin gluten, poco hecho…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PRECIOS Y FISCALIDAD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Tarifas, promociones y normativa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66543"/>
            <a:ext cx="84124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8483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TARIFAS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Listas de precio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% o precio fijo por producto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sala (Terraza +10%)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horario (Happy Hour −15%)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 por defecto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66543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Promociones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Happy hour por horario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2x1 / 3x2 (NxM)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Packs a precio fijo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por línea y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66543"/>
            <a:ext cx="6583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8483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Fiscalidad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IVA múltiple con desglose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Recargo de equivalencia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Factura con datos fiscales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Cierre Z y arqueo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5376672"/>
            <a:ext cx="420624" cy="42062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4389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5248656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Cumple TicketBAI y Verifactu  </a:t>
            </a:r>
            <a:r>
              <a:rPr sz="1300" b="0" i="0">
                <a:solidFill>
                  <a:srgbClr val="5EEAD4"/>
                </a:solidFill>
                <a:latin typeface="Calibri"/>
              </a:rPr>
              <a:t>— huella encadenada SHA-256 y QR de verificación en cada ticket y factura.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CONECTIVIDAD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Impresión, cobro e integraciones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Impresión ESC/POS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Impresoras por zona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Comanda automática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por el TPV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Comentarios y pases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PAGOS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Datáfonos y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Datáfonos escalables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Cashlogy · CashKeeper · Glory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Importe por la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Multi-terminal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9326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RESERVAS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TheFork · Google · CoverManager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Agenda y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API unificada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Etiquetada por origen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Tiempo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365760"/>
            <a:ext cx="1828800" cy="18288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CAPTACIÓN DE RESERVAS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Una agenda, todos los canales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57984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Reservas en HOSTELERO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Agenda por día, cubiertos, mesa, estados y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36008" y="2157984"/>
            <a:ext cx="93268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17627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CARTA 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Carta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El cliente ve la carta y reserva desde el móvil. Entra al instante.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57616" y="2157984"/>
            <a:ext cx="4754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176272"/>
            <a:ext cx="4754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VOZ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Agente de voz · CreativeLab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Atiende llamadas y vuelca la reserva a la agenda.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91440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047488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Carta digital, voz, TheFork, Google, CoverManager, teléfono — </a:t>
            </a:r>
            <a:r>
              <a:rPr sz="1400" b="0" i="0">
                <a:solidFill>
                  <a:srgbClr val="0F766E"/>
                </a:solidFill>
                <a:latin typeface="Calibri"/>
              </a:rPr>
              <a:t>todo en la misma agenda y en tiempo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480560"/>
            <a:ext cx="2377440" cy="23774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ABIERTO POR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HOSTELERO nunca dice que no a una integración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datáfono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Lista escalable; el importe se rutea por la 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Cashlogy, CashKeeper, Glory… integrables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reserva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TheFork, Google, CoverManager, carta, voz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API abierta y unificada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Si un proveedor existe, HOSTELERO habla con él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937760"/>
            <a:ext cx="2926080" cy="29260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914400" cy="914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0850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83744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0850" y="1557337"/>
            <a:ext cx="378618" cy="857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37322" y="1339453"/>
            <a:ext cx="142875" cy="142875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20240" y="1325880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344168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Tú apruebas. Él ejecuta.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EEAD4"/>
                </a:solidFill>
                <a:latin typeface="Calibri"/>
              </a:rPr>
              <a:t>Tu local crece porque el sistema </a:t>
            </a:r>
            <a:r>
              <a:rPr sz="2100" b="1" i="0">
                <a:solidFill>
                  <a:srgbClr val="FFFFFF"/>
                </a:solidFill>
                <a:latin typeface="Calibri"/>
              </a:rPr>
              <a:t>piensa por 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94A3B8"/>
                </a:solidFill>
                <a:latin typeface="Calibri"/>
              </a:rPr>
              <a:t>HOSTELERO · IA POS — el primer TPV que se piensa a sí mismo.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